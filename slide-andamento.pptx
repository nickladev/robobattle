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6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1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Circuit Clash - Arena de Personagens em Pixel Art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 projeto de jogo inovador desenvolvido por Nicolas Laredo, Pedro Castro e Enzo Tenani, explorando o potencial do Java e JavaFX na criação de experiências de jogo envolventes.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2585" y="537448"/>
            <a:ext cx="7778829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Conceito: Duelos Estratégicos em Pixel Art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82585" y="1805345"/>
            <a:ext cx="7778829" cy="1481376"/>
          </a:xfrm>
          <a:prstGeom prst="roundRect">
            <a:avLst>
              <a:gd name="adj" fmla="val 7407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25" y="1805345"/>
            <a:ext cx="91440" cy="14813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9050" y="2023229"/>
            <a:ext cx="24381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Duelo 1x1 em Arena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969050" y="2444948"/>
            <a:ext cx="7274481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Enfrente seus adversários em intensas batalhas por turnos, onde cada movimento conta.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2585" y="3481745"/>
            <a:ext cx="7778829" cy="1481376"/>
          </a:xfrm>
          <a:prstGeom prst="roundRect">
            <a:avLst>
              <a:gd name="adj" fmla="val 7407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5" y="3481745"/>
            <a:ext cx="91440" cy="14813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9050" y="3699629"/>
            <a:ext cx="30465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Personagens Customizáveis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9050" y="4121348"/>
            <a:ext cx="7274481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Escolha seu herói, personalize com equipamentos (níveis 1-5) e poções para a vitória.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82585" y="5158145"/>
            <a:ext cx="7778829" cy="1169432"/>
          </a:xfrm>
          <a:prstGeom prst="roundRect">
            <a:avLst>
              <a:gd name="adj" fmla="val 9383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25" y="5158145"/>
            <a:ext cx="91440" cy="11694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9050" y="5376029"/>
            <a:ext cx="24381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Modos de Jogo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969050" y="5797748"/>
            <a:ext cx="7274481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Desafie amigos no PvP ou encare a campanha solo no PvC contra a CPU.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82585" y="6522601"/>
            <a:ext cx="7778829" cy="1169432"/>
          </a:xfrm>
          <a:prstGeom prst="roundRect">
            <a:avLst>
              <a:gd name="adj" fmla="val 9383"/>
            </a:avLst>
          </a:prstGeom>
          <a:solidFill>
            <a:srgbClr val="241631"/>
          </a:solidFill>
          <a:ln w="22860">
            <a:solidFill>
              <a:srgbClr val="5C4E69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25" y="6522601"/>
            <a:ext cx="91440" cy="11694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9050" y="6740485"/>
            <a:ext cx="24381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Objetivo Final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969050" y="7162205"/>
            <a:ext cx="7274481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Reduza o HP do seu oponente a zero utilizando estratégia e habilidades únicas.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0874"/>
            <a:ext cx="47619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Conheça Seus Campeões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78292"/>
            <a:ext cx="35422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Beatriz: Espadachim Solar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6871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Uma guerreira ágil com golpes críticos devastadores. Sua habilidade,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Golpe Solar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causa 70% de dano extra.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9350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ATK: Alto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3570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CRIT%: Elevado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3478292"/>
            <a:ext cx="34005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Yuri: Guardião Defensivo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96871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 baluarte de defesa e vida. O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Escudo Prismático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Yuri cura 35 HP e aumenta sua defesa.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35893" y="519350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DEF: Muito Alta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35893" y="563570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HP: Elevado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77995" y="3478292"/>
            <a:ext cx="32588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Shinobi: Assassino Ágil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396871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Mestre da evasão e do ataque furtivo. Suas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Lâminas Envenenadas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garantem sangramento no inimigo.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77995" y="519350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EVA%: Elevado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677995" y="563570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ATK: Moderado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576263"/>
            <a:ext cx="565796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Equipamentos e Customização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3425" y="1603058"/>
            <a:ext cx="632614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Personalize seu campeão com um arsenal de equipamentos que aprimoram suas estatísticas e estratégias de batalha.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33425" y="2462213"/>
            <a:ext cx="632614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Armas (Nível 1-5):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Aumentam seu poder de ataque e chance de acerto crítico.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3425" y="3206115"/>
            <a:ext cx="632614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Armaduras (Nível 1-5):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Elevam sua defesa e pontos de vida, tornando-o mais resistente.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3425" y="3950018"/>
            <a:ext cx="632614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Créditos: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Comece com 1000 créditos e gerencie seus recursos na loja visual antes de cada batalha.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33425" y="4693920"/>
            <a:ext cx="63261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Estratégia: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 custo dos equipamentos aumenta exponencialmente, exigindo decisões inteligentes para otimizar seu personagem.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447" y="1650206"/>
            <a:ext cx="6326148" cy="63261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830" y="753428"/>
            <a:ext cx="7167205" cy="526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Poções: Vantagem Tática na Batalha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7830" y="1701998"/>
            <a:ext cx="13154739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Quatro tipos de poções consumíveis, cada uma com 5 níveis, essenciais para virar o jogo a seu favor.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7830" y="2592705"/>
            <a:ext cx="6471999" cy="1553647"/>
          </a:xfrm>
          <a:prstGeom prst="roundRect">
            <a:avLst>
              <a:gd name="adj" fmla="val 7063"/>
            </a:avLst>
          </a:prstGeom>
          <a:solidFill>
            <a:srgbClr val="24163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30" y="2569845"/>
            <a:ext cx="6471999" cy="914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76475"/>
            <a:ext cx="632460" cy="6324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7386" y="2466261"/>
            <a:ext cx="252889" cy="2528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431" y="3119676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Poção de Vida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971431" y="3575447"/>
            <a:ext cx="60047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Restaura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35-95 HP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vital para sobreviver a golpes críticos.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7420570" y="2592705"/>
            <a:ext cx="6471999" cy="1553647"/>
          </a:xfrm>
          <a:prstGeom prst="roundRect">
            <a:avLst>
              <a:gd name="adj" fmla="val 7063"/>
            </a:avLst>
          </a:prstGeom>
          <a:solidFill>
            <a:srgbClr val="241631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570" y="2569845"/>
            <a:ext cx="6471999" cy="9144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340" y="2276475"/>
            <a:ext cx="632460" cy="63246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30126" y="2466261"/>
            <a:ext cx="252889" cy="25288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654171" y="3119676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Poção de Barreira</a:t>
            </a:r>
            <a:endParaRPr lang="en-US" sz="2050" dirty="0"/>
          </a:p>
        </p:txBody>
      </p:sp>
      <p:sp>
        <p:nvSpPr>
          <p:cNvPr id="15" name="Text 7"/>
          <p:cNvSpPr/>
          <p:nvPr/>
        </p:nvSpPr>
        <p:spPr>
          <a:xfrm>
            <a:off x="7654171" y="3575447"/>
            <a:ext cx="60047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Cria um escudo que absorve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25-65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dano no próximo turno.</a:t>
            </a:r>
            <a:endParaRPr lang="en-US" sz="1650" dirty="0"/>
          </a:p>
        </p:txBody>
      </p:sp>
      <p:sp>
        <p:nvSpPr>
          <p:cNvPr id="16" name="Shape 8"/>
          <p:cNvSpPr/>
          <p:nvPr/>
        </p:nvSpPr>
        <p:spPr>
          <a:xfrm>
            <a:off x="737830" y="4673322"/>
            <a:ext cx="6471999" cy="1890951"/>
          </a:xfrm>
          <a:prstGeom prst="roundRect">
            <a:avLst>
              <a:gd name="adj" fmla="val 5803"/>
            </a:avLst>
          </a:prstGeom>
          <a:solidFill>
            <a:srgbClr val="241631"/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830" y="4650462"/>
            <a:ext cx="6471999" cy="9144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4357092"/>
            <a:ext cx="632460" cy="63246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47386" y="4546878"/>
            <a:ext cx="252889" cy="252889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971431" y="5200293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Poção de Energia</a:t>
            </a:r>
            <a:endParaRPr lang="en-US" sz="2050" dirty="0"/>
          </a:p>
        </p:txBody>
      </p:sp>
      <p:sp>
        <p:nvSpPr>
          <p:cNvPr id="21" name="Text 10"/>
          <p:cNvSpPr/>
          <p:nvPr/>
        </p:nvSpPr>
        <p:spPr>
          <a:xfrm>
            <a:off x="971431" y="5656064"/>
            <a:ext cx="600479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Recupera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35-95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da carga especial, permitindo o uso mais frequente de habilidades.</a:t>
            </a:r>
            <a:endParaRPr lang="en-US" sz="1650" dirty="0"/>
          </a:p>
        </p:txBody>
      </p:sp>
      <p:sp>
        <p:nvSpPr>
          <p:cNvPr id="22" name="Shape 11"/>
          <p:cNvSpPr/>
          <p:nvPr/>
        </p:nvSpPr>
        <p:spPr>
          <a:xfrm>
            <a:off x="7420570" y="4673322"/>
            <a:ext cx="6471999" cy="1890951"/>
          </a:xfrm>
          <a:prstGeom prst="roundRect">
            <a:avLst>
              <a:gd name="adj" fmla="val 5803"/>
            </a:avLst>
          </a:prstGeom>
          <a:solidFill>
            <a:srgbClr val="241631"/>
          </a:solidFill>
          <a:ln/>
        </p:spPr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0570" y="4650462"/>
            <a:ext cx="6471999" cy="91440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40340" y="4357092"/>
            <a:ext cx="632460" cy="632460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30126" y="4546878"/>
            <a:ext cx="252889" cy="252889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7654171" y="5200293"/>
            <a:ext cx="2635210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Poção de Fúria</a:t>
            </a:r>
            <a:endParaRPr lang="en-US" sz="2050" dirty="0"/>
          </a:p>
        </p:txBody>
      </p:sp>
      <p:sp>
        <p:nvSpPr>
          <p:cNvPr id="27" name="Text 13"/>
          <p:cNvSpPr/>
          <p:nvPr/>
        </p:nvSpPr>
        <p:spPr>
          <a:xfrm>
            <a:off x="7654171" y="5656064"/>
            <a:ext cx="60047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Aumenta o ataque em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15-75%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por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3-7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turnos.</a:t>
            </a:r>
            <a:endParaRPr lang="en-US" sz="1650" dirty="0"/>
          </a:p>
        </p:txBody>
      </p:sp>
      <p:sp>
        <p:nvSpPr>
          <p:cNvPr id="28" name="Text 14"/>
          <p:cNvSpPr/>
          <p:nvPr/>
        </p:nvSpPr>
        <p:spPr>
          <a:xfrm>
            <a:off x="737830" y="6801445"/>
            <a:ext cx="13154739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Disponíveis em loja separada, podem ser usadas durante a batalha via inventário lateral, consumindo um turno. A CPU também as utiliza de forma estratégica.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3739" y="625554"/>
            <a:ext cx="5113734" cy="44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Sistema de Combate por Turnos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103739" y="1331000"/>
            <a:ext cx="7909322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Domine as três ações principais e as mecânicas avançadas para se tornar um mestre da arena.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739" y="1811417"/>
            <a:ext cx="881896" cy="10582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61967" y="1987748"/>
            <a:ext cx="220468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ATAQUE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161967" y="2369106"/>
            <a:ext cx="685109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Dano baseado em ATK vs DEF do oponente.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739" y="2869644"/>
            <a:ext cx="881896" cy="10582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61967" y="3045976"/>
            <a:ext cx="220468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DEFESA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161967" y="3427333"/>
            <a:ext cx="685109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Reduz o próximo dano pela metade e gera carga especial.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739" y="3927872"/>
            <a:ext cx="881896" cy="10582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61967" y="4104203"/>
            <a:ext cx="220468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ESPECIAL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7161967" y="4485561"/>
            <a:ext cx="6851094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Ativa a habilidade única do personagem (requer 100% de carga).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103739" y="5184458"/>
            <a:ext cx="7909322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103739" y="5946934"/>
            <a:ext cx="7909322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Crítico: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Chance CRIT%, multiplicador de 1.5x no dano.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103739" y="6290667"/>
            <a:ext cx="7909322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Esquiva: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Chance EVA%, evita o dano do ataque inimigo.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103739" y="6634401"/>
            <a:ext cx="7909322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Sangramento: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Efeito de dano contínuo por turnos, aplicado por certos golpes críticos.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103739" y="6978134"/>
            <a:ext cx="7909322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Escudo/Barreira: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Absorve dano por um período limitado.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103739" y="7321867"/>
            <a:ext cx="7909322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Fúria: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Multiplicador de ataque temporário para golpes avassaladores.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541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130" y="2871907"/>
            <a:ext cx="5837277" cy="47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Campanha PvC: Desafie os Chefes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59130" y="3625215"/>
            <a:ext cx="1331214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Aventure-se em 4 fases progressivas, enfrentando chefes únicos e aprimorando suas estratégias.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59130" y="4138374"/>
            <a:ext cx="18823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01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" y="4435554"/>
            <a:ext cx="6561892" cy="22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9130" y="4575334"/>
            <a:ext cx="2354104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Vampiro Convertido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9130" y="4982528"/>
            <a:ext cx="656189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 primeiro desafio, teste suas habilidades básicas de combate.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409259" y="4138374"/>
            <a:ext cx="18823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02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259" y="4435554"/>
            <a:ext cx="6562011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09259" y="4575334"/>
            <a:ext cx="2354104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Garota Vampira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409259" y="4982528"/>
            <a:ext cx="656201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Uma adversária ágil que exigirá mais de sua estratégia.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59130" y="5613321"/>
            <a:ext cx="18823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03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" y="5890260"/>
            <a:ext cx="6561892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9130" y="6050280"/>
            <a:ext cx="2354104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Comandante Samurai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9130" y="6457474"/>
            <a:ext cx="656189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Um chefe formidável com ataques poderosos e defesa robusta.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7409259" y="5613321"/>
            <a:ext cx="18823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Inconsolata Light" pitchFamily="34" charset="0"/>
                <a:ea typeface="Inconsolata Light" pitchFamily="34" charset="-122"/>
                <a:cs typeface="Inconsolata Light" pitchFamily="34" charset="-120"/>
              </a:rPr>
              <a:t>04</a:t>
            </a:r>
            <a:endParaRPr lang="en-US" sz="14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259" y="5890260"/>
            <a:ext cx="6562011" cy="228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09259" y="6050280"/>
            <a:ext cx="2354104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Condessa Vampira</a:t>
            </a:r>
            <a:endParaRPr lang="en-US" sz="1850" dirty="0"/>
          </a:p>
        </p:txBody>
      </p:sp>
      <p:sp>
        <p:nvSpPr>
          <p:cNvPr id="20" name="Text 13"/>
          <p:cNvSpPr/>
          <p:nvPr/>
        </p:nvSpPr>
        <p:spPr>
          <a:xfrm>
            <a:off x="7409259" y="6457474"/>
            <a:ext cx="656201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 desafio final, testando sua maestria em todas as mecânicas.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59130" y="7111841"/>
            <a:ext cx="13312140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Receba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200-500 créditos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por vitória. Use-os para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aprimorar equipamentos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comprar poções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entre as fases. A IA inteligente adapta-se à situação, usando poções e habilidades de forma estratégica.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753547"/>
            <a:ext cx="4881324" cy="53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Imersão Visual e Sonora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42950" y="1814751"/>
            <a:ext cx="3184208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Visuais em Pixel Art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42950" y="2424827"/>
            <a:ext cx="3570089" cy="135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Spritesheets Completas: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Animações detalhadas para todas as ações (Idle, Attack 1-3, Run, Defend, Hurt, Death).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2950" y="3857387"/>
            <a:ext cx="3570089" cy="135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Efeitos Visuais: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Críticos, esquivas, defesas, sangramento e uso de poções com feedback visual claro.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42950" y="5289947"/>
            <a:ext cx="3570089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Textos Flutuantes: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Informações de dano e cura aparecem de forma dinâmica na tela.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838581" y="1814751"/>
            <a:ext cx="3184208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Design de Áudio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838581" y="2424827"/>
            <a:ext cx="3570089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Música Temática: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Trilhas sonoras envolventes para menu e batalhas.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838581" y="3517821"/>
            <a:ext cx="3570089" cy="1018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Músicas por Chefe: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Cada chefe possui uma trilha sonora única para intensificar o combate.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838581" y="4610814"/>
            <a:ext cx="3570089" cy="135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Efeitos Sonoros: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Ações de combate e eventos especiais acompanhados de áudio de alta qualidade.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838581" y="6043374"/>
            <a:ext cx="3570089" cy="135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Controle de Volume: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Ajuste separado para música e efeitos sonoros para uma experiência personalizada.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087" y="398383"/>
            <a:ext cx="3621048" cy="3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 Futuro de Circuit Clash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07087" y="1050369"/>
            <a:ext cx="13616226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Planos de expansão para enriquecer ainda mais a experiência de jogo.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087" y="1522095"/>
            <a:ext cx="72390" cy="72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4376" y="1445181"/>
            <a:ext cx="181117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Mais Personagens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4376" y="1758434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Expandir de 3 para 5-6 heróis jogáveis, cada um com habilidades e estilos únicos.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87" y="2356961"/>
            <a:ext cx="72390" cy="723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4376" y="2280047"/>
            <a:ext cx="181117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Novas Fases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24376" y="2593300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Adicionar 8-10 fases à campanha PvC, com novos desafios e chefes.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87" y="3191828"/>
            <a:ext cx="72390" cy="723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4376" y="3114913"/>
            <a:ext cx="2125742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Salvar/Carregar Jogo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24376" y="3428167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Implementar um sistema de save/load para que os jogadores possam pausar e retomar seu progresso.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87" y="4026694"/>
            <a:ext cx="72390" cy="723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4376" y="3949779"/>
            <a:ext cx="2306717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Ranking e Estatísticas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24376" y="4263033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Adicionar tabelas de classificação e estatísticas detalhadas para competição e análise.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87" y="4861560"/>
            <a:ext cx="72390" cy="723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4376" y="4784646"/>
            <a:ext cx="221622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Níveis de Dificuldade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724376" y="5097899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Introduzir modos Fácil/Normal/Difícil para atender a todos os tipos de jogadores.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87" y="5696426"/>
            <a:ext cx="72390" cy="7239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4376" y="5619512"/>
            <a:ext cx="185427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Poções Adicionais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724376" y="5932765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Explorar novos tipos de poções para diversificar as estratégias de combate.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87" y="6531293"/>
            <a:ext cx="72390" cy="7239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4376" y="6454378"/>
            <a:ext cx="221622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Sistema de Conquistas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724376" y="6767632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Recompensar os jogadores por alcançarem marcos específicos no jogo.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87" y="7366159"/>
            <a:ext cx="72390" cy="7239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24376" y="7289244"/>
            <a:ext cx="1811179" cy="226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🔄</a:t>
            </a:r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Melhorias na IA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724376" y="7602498"/>
            <a:ext cx="13398937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Aprimorar a inteligência artificial para um desafio PvC ainda mais dinâmico e estratégico.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8128" y="386358"/>
            <a:ext cx="5476994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Conclusão: Um Jogo Completo e Promissor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978128" y="948333"/>
            <a:ext cx="816054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Circuit Clash demonstra a excelência no desenvolvimento de jogos 2D com Java/JavaFX.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978128" y="1331119"/>
            <a:ext cx="8160544" cy="1371481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622" y="1471612"/>
            <a:ext cx="421481" cy="421481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4470" y="1587460"/>
            <a:ext cx="189667" cy="1896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18622" y="2033588"/>
            <a:ext cx="1756172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Combate Estratégico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118622" y="2337316"/>
            <a:ext cx="7879556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Sistema de turnos profundo com diversas mecânicas.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978128" y="2843093"/>
            <a:ext cx="8160544" cy="1371481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622" y="2983587"/>
            <a:ext cx="421481" cy="421481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4470" y="3099435"/>
            <a:ext cx="189667" cy="18966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18622" y="3545562"/>
            <a:ext cx="1756172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IA Avançada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6118622" y="3849291"/>
            <a:ext cx="7879556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CPU que reage e planeja suas ações de forma inteligente.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5978128" y="4355068"/>
            <a:ext cx="8160544" cy="1371481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8622" y="4495562"/>
            <a:ext cx="421481" cy="421481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34470" y="4611410"/>
            <a:ext cx="189667" cy="18966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118622" y="5057537"/>
            <a:ext cx="2193727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Progressão e Customização</a:t>
            </a:r>
            <a:endParaRPr lang="en-US" sz="1350" dirty="0"/>
          </a:p>
        </p:txBody>
      </p:sp>
      <p:sp>
        <p:nvSpPr>
          <p:cNvPr id="19" name="Text 10"/>
          <p:cNvSpPr/>
          <p:nvPr/>
        </p:nvSpPr>
        <p:spPr>
          <a:xfrm>
            <a:off x="6118622" y="5361265"/>
            <a:ext cx="7879556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Personagens, equipamentos e poções que evoluem com o jogador.</a:t>
            </a:r>
            <a:endParaRPr lang="en-US" sz="1100" dirty="0"/>
          </a:p>
        </p:txBody>
      </p:sp>
      <p:sp>
        <p:nvSpPr>
          <p:cNvPr id="20" name="Shape 11"/>
          <p:cNvSpPr/>
          <p:nvPr/>
        </p:nvSpPr>
        <p:spPr>
          <a:xfrm>
            <a:off x="5978128" y="5867043"/>
            <a:ext cx="8160544" cy="1371481"/>
          </a:xfrm>
          <a:prstGeom prst="roundRect">
            <a:avLst>
              <a:gd name="adj" fmla="val 1537"/>
            </a:avLst>
          </a:prstGeom>
          <a:solidFill>
            <a:srgbClr val="433550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8622" y="6007537"/>
            <a:ext cx="421481" cy="421481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34470" y="6123384"/>
            <a:ext cx="189667" cy="189667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118622" y="6569512"/>
            <a:ext cx="1756172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Interface Polida</a:t>
            </a:r>
            <a:endParaRPr lang="en-US" sz="1350" dirty="0"/>
          </a:p>
        </p:txBody>
      </p:sp>
      <p:sp>
        <p:nvSpPr>
          <p:cNvPr id="24" name="Text 13"/>
          <p:cNvSpPr/>
          <p:nvPr/>
        </p:nvSpPr>
        <p:spPr>
          <a:xfrm>
            <a:off x="6118622" y="6873240"/>
            <a:ext cx="7879556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Experiência de usuário fluida e visualmente atraente.</a:t>
            </a:r>
            <a:endParaRPr lang="en-US" sz="1100" dirty="0"/>
          </a:p>
        </p:txBody>
      </p:sp>
      <p:sp>
        <p:nvSpPr>
          <p:cNvPr id="25" name="Text 14"/>
          <p:cNvSpPr/>
          <p:nvPr/>
        </p:nvSpPr>
        <p:spPr>
          <a:xfrm>
            <a:off x="5978128" y="7396520"/>
            <a:ext cx="8160544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Status: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 jogo é totalmente jogável e completo nos modos PvP e PvC, servindo como uma base sólida para futuras expansões e inovações.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2025-11-29T02:42:59Z</dcterms:created>
  <dcterms:modified xsi:type="dcterms:W3CDTF">2025-11-29T02:42:59Z</dcterms:modified>
</cp:coreProperties>
</file>